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80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2A1BF-1944-4298-BF0E-67D222E91D8D}" type="datetimeFigureOut">
              <a:rPr lang="zh-CN" altLang="en-US" smtClean="0"/>
              <a:pPr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C4D7-70CC-4B01-8F39-310F66D5A7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视频部分作业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8662" y="1571612"/>
            <a:ext cx="2319866" cy="2953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讨论的主题：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视频摘要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视频缩略图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视频可视化系统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视频内容检索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视频问答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/>
              <a:t>  视频人体行为识别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14414" y="4929198"/>
            <a:ext cx="63579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/>
              <a:t>综述性（题目，摘要，关键字，研究问题及其意义，国内外研究现状，成果举例，结论，参考文献）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</Words>
  <Application>Microsoft Office PowerPoint</Application>
  <PresentationFormat>全屏显示(4:3)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视频部分作业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视频部分作业</dc:title>
  <dc:creator>admin</dc:creator>
  <cp:lastModifiedBy>admin</cp:lastModifiedBy>
  <cp:revision>1</cp:revision>
  <dcterms:created xsi:type="dcterms:W3CDTF">2022-11-24T12:11:08Z</dcterms:created>
  <dcterms:modified xsi:type="dcterms:W3CDTF">2022-11-25T02:51:00Z</dcterms:modified>
</cp:coreProperties>
</file>